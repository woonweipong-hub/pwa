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4746288" cy="82946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D5C36-AD32-4A77-AAFD-1641C96FE503}" v="1" dt="2026-04-07T16:10:40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6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3286" y="1357488"/>
            <a:ext cx="11059716" cy="2887780"/>
          </a:xfrm>
        </p:spPr>
        <p:txBody>
          <a:bodyPr anchor="b"/>
          <a:lstStyle>
            <a:lvl1pPr algn="ctr">
              <a:defRPr sz="72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3286" y="4356632"/>
            <a:ext cx="11059716" cy="2002629"/>
          </a:xfrm>
        </p:spPr>
        <p:txBody>
          <a:bodyPr/>
          <a:lstStyle>
            <a:lvl1pPr marL="0" indent="0" algn="ctr">
              <a:buNone/>
              <a:defRPr sz="2903"/>
            </a:lvl1pPr>
            <a:lvl2pPr marL="552983" indent="0" algn="ctr">
              <a:buNone/>
              <a:defRPr sz="2419"/>
            </a:lvl2pPr>
            <a:lvl3pPr marL="1105967" indent="0" algn="ctr">
              <a:buNone/>
              <a:defRPr sz="2177"/>
            </a:lvl3pPr>
            <a:lvl4pPr marL="1658950" indent="0" algn="ctr">
              <a:buNone/>
              <a:defRPr sz="1935"/>
            </a:lvl4pPr>
            <a:lvl5pPr marL="2211934" indent="0" algn="ctr">
              <a:buNone/>
              <a:defRPr sz="1935"/>
            </a:lvl5pPr>
            <a:lvl6pPr marL="2764917" indent="0" algn="ctr">
              <a:buNone/>
              <a:defRPr sz="1935"/>
            </a:lvl6pPr>
            <a:lvl7pPr marL="3317900" indent="0" algn="ctr">
              <a:buNone/>
              <a:defRPr sz="1935"/>
            </a:lvl7pPr>
            <a:lvl8pPr marL="3870884" indent="0" algn="ctr">
              <a:buNone/>
              <a:defRPr sz="1935"/>
            </a:lvl8pPr>
            <a:lvl9pPr marL="4423867" indent="0" algn="ctr">
              <a:buNone/>
              <a:defRPr sz="193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00BF-A0F9-4E0D-BDE4-CF4B5826B974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B627-A2B0-487E-922E-82A4D8A7D4F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16800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00BF-A0F9-4E0D-BDE4-CF4B5826B974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B627-A2B0-487E-922E-82A4D8A7D4F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775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127" y="2067913"/>
            <a:ext cx="12718673" cy="3450359"/>
          </a:xfrm>
        </p:spPr>
        <p:txBody>
          <a:bodyPr anchor="b"/>
          <a:lstStyle>
            <a:lvl1pPr>
              <a:defRPr sz="72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6127" y="5550914"/>
            <a:ext cx="12718673" cy="1814462"/>
          </a:xfrm>
        </p:spPr>
        <p:txBody>
          <a:bodyPr/>
          <a:lstStyle>
            <a:lvl1pPr marL="0" indent="0">
              <a:buNone/>
              <a:defRPr sz="2903">
                <a:solidFill>
                  <a:schemeClr val="tx1">
                    <a:tint val="75000"/>
                  </a:schemeClr>
                </a:solidFill>
              </a:defRPr>
            </a:lvl1pPr>
            <a:lvl2pPr marL="552983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2pPr>
            <a:lvl3pPr marL="1105967" indent="0">
              <a:buNone/>
              <a:defRPr sz="2177">
                <a:solidFill>
                  <a:schemeClr val="tx1">
                    <a:tint val="75000"/>
                  </a:schemeClr>
                </a:solidFill>
              </a:defRPr>
            </a:lvl3pPr>
            <a:lvl4pPr marL="1658950" indent="0">
              <a:buNone/>
              <a:defRPr sz="1935">
                <a:solidFill>
                  <a:schemeClr val="tx1">
                    <a:tint val="75000"/>
                  </a:schemeClr>
                </a:solidFill>
              </a:defRPr>
            </a:lvl4pPr>
            <a:lvl5pPr marL="2211934" indent="0">
              <a:buNone/>
              <a:defRPr sz="1935">
                <a:solidFill>
                  <a:schemeClr val="tx1">
                    <a:tint val="75000"/>
                  </a:schemeClr>
                </a:solidFill>
              </a:defRPr>
            </a:lvl5pPr>
            <a:lvl6pPr marL="2764917" indent="0">
              <a:buNone/>
              <a:defRPr sz="1935">
                <a:solidFill>
                  <a:schemeClr val="tx1">
                    <a:tint val="75000"/>
                  </a:schemeClr>
                </a:solidFill>
              </a:defRPr>
            </a:lvl6pPr>
            <a:lvl7pPr marL="3317900" indent="0">
              <a:buNone/>
              <a:defRPr sz="1935">
                <a:solidFill>
                  <a:schemeClr val="tx1">
                    <a:tint val="75000"/>
                  </a:schemeClr>
                </a:solidFill>
              </a:defRPr>
            </a:lvl7pPr>
            <a:lvl8pPr marL="3870884" indent="0">
              <a:buNone/>
              <a:defRPr sz="1935">
                <a:solidFill>
                  <a:schemeClr val="tx1">
                    <a:tint val="75000"/>
                  </a:schemeClr>
                </a:solidFill>
              </a:defRPr>
            </a:lvl8pPr>
            <a:lvl9pPr marL="4423867" indent="0">
              <a:buNone/>
              <a:defRPr sz="19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00BF-A0F9-4E0D-BDE4-CF4B5826B974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B627-A2B0-487E-922E-82A4D8A7D4F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52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3808" y="2208077"/>
            <a:ext cx="6267172" cy="52629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5309" y="2208077"/>
            <a:ext cx="6267172" cy="52629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00BF-A0F9-4E0D-BDE4-CF4B5826B974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B627-A2B0-487E-922E-82A4D8A7D4F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61532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728" y="441616"/>
            <a:ext cx="12718673" cy="16032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5729" y="2033351"/>
            <a:ext cx="6238370" cy="996514"/>
          </a:xfrm>
        </p:spPr>
        <p:txBody>
          <a:bodyPr anchor="b"/>
          <a:lstStyle>
            <a:lvl1pPr marL="0" indent="0">
              <a:buNone/>
              <a:defRPr sz="2903" b="1"/>
            </a:lvl1pPr>
            <a:lvl2pPr marL="552983" indent="0">
              <a:buNone/>
              <a:defRPr sz="2419" b="1"/>
            </a:lvl2pPr>
            <a:lvl3pPr marL="1105967" indent="0">
              <a:buNone/>
              <a:defRPr sz="2177" b="1"/>
            </a:lvl3pPr>
            <a:lvl4pPr marL="1658950" indent="0">
              <a:buNone/>
              <a:defRPr sz="1935" b="1"/>
            </a:lvl4pPr>
            <a:lvl5pPr marL="2211934" indent="0">
              <a:buNone/>
              <a:defRPr sz="1935" b="1"/>
            </a:lvl5pPr>
            <a:lvl6pPr marL="2764917" indent="0">
              <a:buNone/>
              <a:defRPr sz="1935" b="1"/>
            </a:lvl6pPr>
            <a:lvl7pPr marL="3317900" indent="0">
              <a:buNone/>
              <a:defRPr sz="1935" b="1"/>
            </a:lvl7pPr>
            <a:lvl8pPr marL="3870884" indent="0">
              <a:buNone/>
              <a:defRPr sz="1935" b="1"/>
            </a:lvl8pPr>
            <a:lvl9pPr marL="4423867" indent="0">
              <a:buNone/>
              <a:defRPr sz="19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5729" y="3029865"/>
            <a:ext cx="6238370" cy="4456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65308" y="2033351"/>
            <a:ext cx="6269093" cy="996514"/>
          </a:xfrm>
        </p:spPr>
        <p:txBody>
          <a:bodyPr anchor="b"/>
          <a:lstStyle>
            <a:lvl1pPr marL="0" indent="0">
              <a:buNone/>
              <a:defRPr sz="2903" b="1"/>
            </a:lvl1pPr>
            <a:lvl2pPr marL="552983" indent="0">
              <a:buNone/>
              <a:defRPr sz="2419" b="1"/>
            </a:lvl2pPr>
            <a:lvl3pPr marL="1105967" indent="0">
              <a:buNone/>
              <a:defRPr sz="2177" b="1"/>
            </a:lvl3pPr>
            <a:lvl4pPr marL="1658950" indent="0">
              <a:buNone/>
              <a:defRPr sz="1935" b="1"/>
            </a:lvl4pPr>
            <a:lvl5pPr marL="2211934" indent="0">
              <a:buNone/>
              <a:defRPr sz="1935" b="1"/>
            </a:lvl5pPr>
            <a:lvl6pPr marL="2764917" indent="0">
              <a:buNone/>
              <a:defRPr sz="1935" b="1"/>
            </a:lvl6pPr>
            <a:lvl7pPr marL="3317900" indent="0">
              <a:buNone/>
              <a:defRPr sz="1935" b="1"/>
            </a:lvl7pPr>
            <a:lvl8pPr marL="3870884" indent="0">
              <a:buNone/>
              <a:defRPr sz="1935" b="1"/>
            </a:lvl8pPr>
            <a:lvl9pPr marL="4423867" indent="0">
              <a:buNone/>
              <a:defRPr sz="19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65308" y="3029865"/>
            <a:ext cx="6269093" cy="4456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00BF-A0F9-4E0D-BDE4-CF4B5826B974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B627-A2B0-487E-922E-82A4D8A7D4F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043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00BF-A0F9-4E0D-BDE4-CF4B5826B974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B627-A2B0-487E-922E-82A4D8A7D4F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9917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00BF-A0F9-4E0D-BDE4-CF4B5826B974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B627-A2B0-487E-922E-82A4D8A7D4F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4161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729" y="552979"/>
            <a:ext cx="4756061" cy="1935427"/>
          </a:xfrm>
        </p:spPr>
        <p:txBody>
          <a:bodyPr anchor="b"/>
          <a:lstStyle>
            <a:lvl1pPr>
              <a:defRPr sz="38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9093" y="1194282"/>
            <a:ext cx="7465308" cy="5894605"/>
          </a:xfrm>
        </p:spPr>
        <p:txBody>
          <a:bodyPr/>
          <a:lstStyle>
            <a:lvl1pPr>
              <a:defRPr sz="3870"/>
            </a:lvl1pPr>
            <a:lvl2pPr>
              <a:defRPr sz="3387"/>
            </a:lvl2pPr>
            <a:lvl3pPr>
              <a:defRPr sz="2903"/>
            </a:lvl3pPr>
            <a:lvl4pPr>
              <a:defRPr sz="2419"/>
            </a:lvl4pPr>
            <a:lvl5pPr>
              <a:defRPr sz="2419"/>
            </a:lvl5pPr>
            <a:lvl6pPr>
              <a:defRPr sz="2419"/>
            </a:lvl6pPr>
            <a:lvl7pPr>
              <a:defRPr sz="2419"/>
            </a:lvl7pPr>
            <a:lvl8pPr>
              <a:defRPr sz="2419"/>
            </a:lvl8pPr>
            <a:lvl9pPr>
              <a:defRPr sz="24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5729" y="2488406"/>
            <a:ext cx="4756061" cy="4610081"/>
          </a:xfrm>
        </p:spPr>
        <p:txBody>
          <a:bodyPr/>
          <a:lstStyle>
            <a:lvl1pPr marL="0" indent="0">
              <a:buNone/>
              <a:defRPr sz="1935"/>
            </a:lvl1pPr>
            <a:lvl2pPr marL="552983" indent="0">
              <a:buNone/>
              <a:defRPr sz="1693"/>
            </a:lvl2pPr>
            <a:lvl3pPr marL="1105967" indent="0">
              <a:buNone/>
              <a:defRPr sz="1451"/>
            </a:lvl3pPr>
            <a:lvl4pPr marL="1658950" indent="0">
              <a:buNone/>
              <a:defRPr sz="1210"/>
            </a:lvl4pPr>
            <a:lvl5pPr marL="2211934" indent="0">
              <a:buNone/>
              <a:defRPr sz="1210"/>
            </a:lvl5pPr>
            <a:lvl6pPr marL="2764917" indent="0">
              <a:buNone/>
              <a:defRPr sz="1210"/>
            </a:lvl6pPr>
            <a:lvl7pPr marL="3317900" indent="0">
              <a:buNone/>
              <a:defRPr sz="1210"/>
            </a:lvl7pPr>
            <a:lvl8pPr marL="3870884" indent="0">
              <a:buNone/>
              <a:defRPr sz="1210"/>
            </a:lvl8pPr>
            <a:lvl9pPr marL="4423867" indent="0">
              <a:buNone/>
              <a:defRPr sz="12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00BF-A0F9-4E0D-BDE4-CF4B5826B974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B627-A2B0-487E-922E-82A4D8A7D4F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777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729" y="552979"/>
            <a:ext cx="4756061" cy="1935427"/>
          </a:xfrm>
        </p:spPr>
        <p:txBody>
          <a:bodyPr anchor="b"/>
          <a:lstStyle>
            <a:lvl1pPr>
              <a:defRPr sz="38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69093" y="1194282"/>
            <a:ext cx="7465308" cy="5894605"/>
          </a:xfrm>
        </p:spPr>
        <p:txBody>
          <a:bodyPr anchor="t"/>
          <a:lstStyle>
            <a:lvl1pPr marL="0" indent="0">
              <a:buNone/>
              <a:defRPr sz="3870"/>
            </a:lvl1pPr>
            <a:lvl2pPr marL="552983" indent="0">
              <a:buNone/>
              <a:defRPr sz="3387"/>
            </a:lvl2pPr>
            <a:lvl3pPr marL="1105967" indent="0">
              <a:buNone/>
              <a:defRPr sz="2903"/>
            </a:lvl3pPr>
            <a:lvl4pPr marL="1658950" indent="0">
              <a:buNone/>
              <a:defRPr sz="2419"/>
            </a:lvl4pPr>
            <a:lvl5pPr marL="2211934" indent="0">
              <a:buNone/>
              <a:defRPr sz="2419"/>
            </a:lvl5pPr>
            <a:lvl6pPr marL="2764917" indent="0">
              <a:buNone/>
              <a:defRPr sz="2419"/>
            </a:lvl6pPr>
            <a:lvl7pPr marL="3317900" indent="0">
              <a:buNone/>
              <a:defRPr sz="2419"/>
            </a:lvl7pPr>
            <a:lvl8pPr marL="3870884" indent="0">
              <a:buNone/>
              <a:defRPr sz="2419"/>
            </a:lvl8pPr>
            <a:lvl9pPr marL="4423867" indent="0">
              <a:buNone/>
              <a:defRPr sz="241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5729" y="2488406"/>
            <a:ext cx="4756061" cy="4610081"/>
          </a:xfrm>
        </p:spPr>
        <p:txBody>
          <a:bodyPr/>
          <a:lstStyle>
            <a:lvl1pPr marL="0" indent="0">
              <a:buNone/>
              <a:defRPr sz="1935"/>
            </a:lvl1pPr>
            <a:lvl2pPr marL="552983" indent="0">
              <a:buNone/>
              <a:defRPr sz="1693"/>
            </a:lvl2pPr>
            <a:lvl3pPr marL="1105967" indent="0">
              <a:buNone/>
              <a:defRPr sz="1451"/>
            </a:lvl3pPr>
            <a:lvl4pPr marL="1658950" indent="0">
              <a:buNone/>
              <a:defRPr sz="1210"/>
            </a:lvl4pPr>
            <a:lvl5pPr marL="2211934" indent="0">
              <a:buNone/>
              <a:defRPr sz="1210"/>
            </a:lvl5pPr>
            <a:lvl6pPr marL="2764917" indent="0">
              <a:buNone/>
              <a:defRPr sz="1210"/>
            </a:lvl6pPr>
            <a:lvl7pPr marL="3317900" indent="0">
              <a:buNone/>
              <a:defRPr sz="1210"/>
            </a:lvl7pPr>
            <a:lvl8pPr marL="3870884" indent="0">
              <a:buNone/>
              <a:defRPr sz="1210"/>
            </a:lvl8pPr>
            <a:lvl9pPr marL="4423867" indent="0">
              <a:buNone/>
              <a:defRPr sz="12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00BF-A0F9-4E0D-BDE4-CF4B5826B974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B627-A2B0-487E-922E-82A4D8A7D4F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6033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00BF-A0F9-4E0D-BDE4-CF4B5826B974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B627-A2B0-487E-922E-82A4D8A7D4F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130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52813" y="441615"/>
            <a:ext cx="3179668" cy="70293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3808" y="441615"/>
            <a:ext cx="9354676" cy="70293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00BF-A0F9-4E0D-BDE4-CF4B5826B974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DB627-A2B0-487E-922E-82A4D8A7D4F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017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3808" y="441616"/>
            <a:ext cx="12718673" cy="1603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808" y="2208077"/>
            <a:ext cx="12718673" cy="5262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3807" y="7687948"/>
            <a:ext cx="3317915" cy="441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A00BF-A0F9-4E0D-BDE4-CF4B5826B974}" type="datetimeFigureOut">
              <a:rPr lang="en-SG" smtClean="0"/>
              <a:t>8/4/2026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4708" y="7687948"/>
            <a:ext cx="4976872" cy="441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14566" y="7687948"/>
            <a:ext cx="3317915" cy="4416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DB627-A2B0-487E-922E-82A4D8A7D4F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6506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05967" rtl="0" eaLnBrk="1" latinLnBrk="0" hangingPunct="1">
        <a:lnSpc>
          <a:spcPct val="90000"/>
        </a:lnSpc>
        <a:spcBef>
          <a:spcPct val="0"/>
        </a:spcBef>
        <a:buNone/>
        <a:defRPr sz="53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492" indent="-276492" algn="l" defTabSz="1105967" rtl="0" eaLnBrk="1" latinLnBrk="0" hangingPunct="1">
        <a:lnSpc>
          <a:spcPct val="90000"/>
        </a:lnSpc>
        <a:spcBef>
          <a:spcPts val="1210"/>
        </a:spcBef>
        <a:buFont typeface="Arial" panose="020B0604020202020204" pitchFamily="34" charset="0"/>
        <a:buChar char="•"/>
        <a:defRPr sz="3387" kern="1200">
          <a:solidFill>
            <a:schemeClr val="tx1"/>
          </a:solidFill>
          <a:latin typeface="+mn-lt"/>
          <a:ea typeface="+mn-ea"/>
          <a:cs typeface="+mn-cs"/>
        </a:defRPr>
      </a:lvl1pPr>
      <a:lvl2pPr marL="829475" indent="-276492" algn="l" defTabSz="1105967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903" kern="1200">
          <a:solidFill>
            <a:schemeClr val="tx1"/>
          </a:solidFill>
          <a:latin typeface="+mn-lt"/>
          <a:ea typeface="+mn-ea"/>
          <a:cs typeface="+mn-cs"/>
        </a:defRPr>
      </a:lvl2pPr>
      <a:lvl3pPr marL="1382459" indent="-276492" algn="l" defTabSz="1105967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419" kern="1200">
          <a:solidFill>
            <a:schemeClr val="tx1"/>
          </a:solidFill>
          <a:latin typeface="+mn-lt"/>
          <a:ea typeface="+mn-ea"/>
          <a:cs typeface="+mn-cs"/>
        </a:defRPr>
      </a:lvl3pPr>
      <a:lvl4pPr marL="1935442" indent="-276492" algn="l" defTabSz="1105967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4pPr>
      <a:lvl5pPr marL="2488425" indent="-276492" algn="l" defTabSz="1105967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5pPr>
      <a:lvl6pPr marL="3041409" indent="-276492" algn="l" defTabSz="1105967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6pPr>
      <a:lvl7pPr marL="3594392" indent="-276492" algn="l" defTabSz="1105967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7pPr>
      <a:lvl8pPr marL="4147376" indent="-276492" algn="l" defTabSz="1105967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8pPr>
      <a:lvl9pPr marL="4700359" indent="-276492" algn="l" defTabSz="1105967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5967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1pPr>
      <a:lvl2pPr marL="552983" algn="l" defTabSz="1105967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2pPr>
      <a:lvl3pPr marL="1105967" algn="l" defTabSz="1105967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3pPr>
      <a:lvl4pPr marL="1658950" algn="l" defTabSz="1105967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4pPr>
      <a:lvl5pPr marL="2211934" algn="l" defTabSz="1105967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5pPr>
      <a:lvl6pPr marL="2764917" algn="l" defTabSz="1105967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6pPr>
      <a:lvl7pPr marL="3317900" algn="l" defTabSz="1105967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7pPr>
      <a:lvl8pPr marL="3870884" algn="l" defTabSz="1105967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8pPr>
      <a:lvl9pPr marL="4423867" algn="l" defTabSz="1105967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EE2039B-0E81-3491-485E-B59A3A35F4D1}"/>
              </a:ext>
            </a:extLst>
          </p:cNvPr>
          <p:cNvGrpSpPr/>
          <p:nvPr/>
        </p:nvGrpSpPr>
        <p:grpSpPr>
          <a:xfrm>
            <a:off x="0" y="0"/>
            <a:ext cx="14746288" cy="8294688"/>
            <a:chOff x="1404145" y="802309"/>
            <a:chExt cx="11758636" cy="661415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254AB2A-2DBB-272A-9318-10274DE20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" r="372"/>
            <a:stretch>
              <a:fillRect/>
            </a:stretch>
          </p:blipFill>
          <p:spPr>
            <a:xfrm>
              <a:off x="1404145" y="802309"/>
              <a:ext cx="11758636" cy="6614154"/>
            </a:xfrm>
            <a:prstGeom prst="rect">
              <a:avLst/>
            </a:prstGeom>
          </p:spPr>
        </p:pic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AD46D0B-6D07-6C7C-9C8F-821FF8478201}"/>
                </a:ext>
              </a:extLst>
            </p:cNvPr>
            <p:cNvSpPr/>
            <p:nvPr/>
          </p:nvSpPr>
          <p:spPr>
            <a:xfrm>
              <a:off x="5741195" y="5443417"/>
              <a:ext cx="1700782" cy="340535"/>
            </a:xfrm>
            <a:prstGeom prst="roundRect">
              <a:avLst>
                <a:gd name="adj" fmla="val 50000"/>
              </a:avLst>
            </a:prstGeom>
            <a:solidFill>
              <a:srgbClr val="FF78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b="1" dirty="0"/>
                <a:t>Digital Records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5FF3799-F35B-6212-5F9E-C1D645740176}"/>
                </a:ext>
              </a:extLst>
            </p:cNvPr>
            <p:cNvSpPr/>
            <p:nvPr/>
          </p:nvSpPr>
          <p:spPr>
            <a:xfrm>
              <a:off x="7532464" y="5443417"/>
              <a:ext cx="1565274" cy="340535"/>
            </a:xfrm>
            <a:prstGeom prst="roundRect">
              <a:avLst>
                <a:gd name="adj" fmla="val 50000"/>
              </a:avLst>
            </a:prstGeom>
            <a:solidFill>
              <a:srgbClr val="FF78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b="1" dirty="0"/>
                <a:t>AI-Powered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013E757-857E-C5B9-C38C-59E9A8BE4B6D}"/>
                </a:ext>
              </a:extLst>
            </p:cNvPr>
            <p:cNvSpPr/>
            <p:nvPr/>
          </p:nvSpPr>
          <p:spPr>
            <a:xfrm>
              <a:off x="9188227" y="5443417"/>
              <a:ext cx="1402781" cy="340535"/>
            </a:xfrm>
            <a:prstGeom prst="roundRect">
              <a:avLst>
                <a:gd name="adj" fmla="val 50000"/>
              </a:avLst>
            </a:prstGeom>
            <a:solidFill>
              <a:srgbClr val="FF78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b="1" dirty="0"/>
                <a:t>Real Time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2F850EA-8C2A-E713-DF7A-DB6FB776CA62}"/>
                </a:ext>
              </a:extLst>
            </p:cNvPr>
            <p:cNvSpPr/>
            <p:nvPr/>
          </p:nvSpPr>
          <p:spPr>
            <a:xfrm>
              <a:off x="10681495" y="5443417"/>
              <a:ext cx="1581150" cy="340535"/>
            </a:xfrm>
            <a:prstGeom prst="roundRect">
              <a:avLst>
                <a:gd name="adj" fmla="val 50000"/>
              </a:avLst>
            </a:prstGeom>
            <a:solidFill>
              <a:srgbClr val="FF78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b="1" dirty="0"/>
                <a:t>User Friendly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BC19577-EC8E-A2FD-84B5-CC86FE427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4412" y="5184278"/>
              <a:ext cx="7226671" cy="69218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4BD887A-6B45-9246-31B3-D998C3EAE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6096" y="3986404"/>
              <a:ext cx="7226671" cy="692186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0721610-FBDC-E2F3-1C1E-97EF19CB1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58064" y="4982612"/>
              <a:ext cx="6864703" cy="730288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CA16DB5-E6FE-E1C9-FE92-3D1C7B159EB1}"/>
                </a:ext>
              </a:extLst>
            </p:cNvPr>
            <p:cNvSpPr/>
            <p:nvPr/>
          </p:nvSpPr>
          <p:spPr>
            <a:xfrm>
              <a:off x="5741195" y="4615906"/>
              <a:ext cx="6521450" cy="463550"/>
            </a:xfrm>
            <a:prstGeom prst="roundRect">
              <a:avLst>
                <a:gd name="adj" fmla="val 50000"/>
              </a:avLst>
            </a:prstGeom>
            <a:solidFill>
              <a:srgbClr val="FF78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2000" b="1" dirty="0"/>
                <a:t>Log Case . Tag Location . Review Input . Report Update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2257F03-3490-B699-A9E9-A246CFA46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88711" y="3038183"/>
              <a:ext cx="6473935" cy="1281198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048691-65AF-5E73-801C-583F96882D3C}"/>
                </a:ext>
              </a:extLst>
            </p:cNvPr>
            <p:cNvSpPr txBox="1"/>
            <p:nvPr/>
          </p:nvSpPr>
          <p:spPr>
            <a:xfrm>
              <a:off x="5839521" y="3959129"/>
              <a:ext cx="5736657" cy="426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18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 and track site issues in real-time</a:t>
              </a:r>
              <a:endParaRPr lang="en-SG" sz="218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F39849C-7E6F-52C0-180A-E5F28E0D5843}"/>
                </a:ext>
              </a:extLst>
            </p:cNvPr>
            <p:cNvSpPr txBox="1"/>
            <p:nvPr/>
          </p:nvSpPr>
          <p:spPr>
            <a:xfrm>
              <a:off x="9791166" y="5164170"/>
              <a:ext cx="288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800" b="1" dirty="0">
                  <a:solidFill>
                    <a:schemeClr val="bg1"/>
                  </a:solidFill>
                </a:rPr>
                <a:t>-</a:t>
              </a:r>
              <a:endParaRPr lang="en-SG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090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6804E-0B5C-6A55-9100-F6372EDD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77918C-246D-1378-9143-463D1D7CA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746288" cy="829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05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26</Words>
  <Application>Microsoft Office PowerPoint</Application>
  <PresentationFormat>Custom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Woon Wei Pong</dc:creator>
  <cp:lastModifiedBy>Woon Wei Pong</cp:lastModifiedBy>
  <cp:revision>3</cp:revision>
  <dcterms:created xsi:type="dcterms:W3CDTF">2026-04-07T16:09:07Z</dcterms:created>
  <dcterms:modified xsi:type="dcterms:W3CDTF">2026-04-07T16:19:08Z</dcterms:modified>
</cp:coreProperties>
</file>