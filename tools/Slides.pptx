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6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2" r:id="rId15"/>
    <p:sldId id="268" r:id="rId16"/>
    <p:sldId id="269" r:id="rId17"/>
    <p:sldId id="270" r:id="rId18"/>
  </p:sldIdLst>
  <p:sldSz cx="5867400" cy="12192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16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0055" y="1995312"/>
            <a:ext cx="4987290" cy="4244622"/>
          </a:xfrm>
        </p:spPr>
        <p:txBody>
          <a:bodyPr anchor="b"/>
          <a:lstStyle>
            <a:lvl1pPr algn="ctr">
              <a:defRPr sz="3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3425" y="6403623"/>
            <a:ext cx="4400550" cy="2943577"/>
          </a:xfrm>
        </p:spPr>
        <p:txBody>
          <a:bodyPr/>
          <a:lstStyle>
            <a:lvl1pPr marL="0" indent="0" algn="ctr">
              <a:buNone/>
              <a:defRPr sz="1540"/>
            </a:lvl1pPr>
            <a:lvl2pPr marL="293385" indent="0" algn="ctr">
              <a:buNone/>
              <a:defRPr sz="1283"/>
            </a:lvl2pPr>
            <a:lvl3pPr marL="586770" indent="0" algn="ctr">
              <a:buNone/>
              <a:defRPr sz="1155"/>
            </a:lvl3pPr>
            <a:lvl4pPr marL="880156" indent="0" algn="ctr">
              <a:buNone/>
              <a:defRPr sz="1027"/>
            </a:lvl4pPr>
            <a:lvl5pPr marL="1173541" indent="0" algn="ctr">
              <a:buNone/>
              <a:defRPr sz="1027"/>
            </a:lvl5pPr>
            <a:lvl6pPr marL="1466926" indent="0" algn="ctr">
              <a:buNone/>
              <a:defRPr sz="1027"/>
            </a:lvl6pPr>
            <a:lvl7pPr marL="1760311" indent="0" algn="ctr">
              <a:buNone/>
              <a:defRPr sz="1027"/>
            </a:lvl7pPr>
            <a:lvl8pPr marL="2053697" indent="0" algn="ctr">
              <a:buNone/>
              <a:defRPr sz="1027"/>
            </a:lvl8pPr>
            <a:lvl9pPr marL="2347082" indent="0" algn="ctr">
              <a:buNone/>
              <a:defRPr sz="10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757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452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328" y="3039537"/>
            <a:ext cx="5060633" cy="5071532"/>
          </a:xfrm>
        </p:spPr>
        <p:txBody>
          <a:bodyPr anchor="b"/>
          <a:lstStyle>
            <a:lvl1pPr>
              <a:defRPr sz="38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328" y="8159048"/>
            <a:ext cx="5060633" cy="2666999"/>
          </a:xfrm>
        </p:spPr>
        <p:txBody>
          <a:bodyPr/>
          <a:lstStyle>
            <a:lvl1pPr marL="0" indent="0">
              <a:buNone/>
              <a:defRPr sz="1540">
                <a:solidFill>
                  <a:schemeClr val="tx1"/>
                </a:solidFill>
              </a:defRPr>
            </a:lvl1pPr>
            <a:lvl2pPr marL="293385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2pPr>
            <a:lvl3pPr marL="5867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3pPr>
            <a:lvl4pPr marL="880156" indent="0">
              <a:buNone/>
              <a:defRPr sz="1027">
                <a:solidFill>
                  <a:schemeClr val="tx1">
                    <a:tint val="75000"/>
                  </a:schemeClr>
                </a:solidFill>
              </a:defRPr>
            </a:lvl4pPr>
            <a:lvl5pPr marL="1173541" indent="0">
              <a:buNone/>
              <a:defRPr sz="1027">
                <a:solidFill>
                  <a:schemeClr val="tx1">
                    <a:tint val="75000"/>
                  </a:schemeClr>
                </a:solidFill>
              </a:defRPr>
            </a:lvl5pPr>
            <a:lvl6pPr marL="1466926" indent="0">
              <a:buNone/>
              <a:defRPr sz="1027">
                <a:solidFill>
                  <a:schemeClr val="tx1">
                    <a:tint val="75000"/>
                  </a:schemeClr>
                </a:solidFill>
              </a:defRPr>
            </a:lvl6pPr>
            <a:lvl7pPr marL="1760311" indent="0">
              <a:buNone/>
              <a:defRPr sz="1027">
                <a:solidFill>
                  <a:schemeClr val="tx1">
                    <a:tint val="75000"/>
                  </a:schemeClr>
                </a:solidFill>
              </a:defRPr>
            </a:lvl7pPr>
            <a:lvl8pPr marL="2053697" indent="0">
              <a:buNone/>
              <a:defRPr sz="1027">
                <a:solidFill>
                  <a:schemeClr val="tx1">
                    <a:tint val="75000"/>
                  </a:schemeClr>
                </a:solidFill>
              </a:defRPr>
            </a:lvl8pPr>
            <a:lvl9pPr marL="2347082" indent="0">
              <a:buNone/>
              <a:defRPr sz="10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57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384" y="3245556"/>
            <a:ext cx="2493645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0371" y="3245556"/>
            <a:ext cx="2493645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1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48" y="649114"/>
            <a:ext cx="5060633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149" y="2988734"/>
            <a:ext cx="2482185" cy="1464732"/>
          </a:xfrm>
        </p:spPr>
        <p:txBody>
          <a:bodyPr anchor="b"/>
          <a:lstStyle>
            <a:lvl1pPr marL="0" indent="0">
              <a:buNone/>
              <a:defRPr sz="1540" b="1"/>
            </a:lvl1pPr>
            <a:lvl2pPr marL="293385" indent="0">
              <a:buNone/>
              <a:defRPr sz="1283" b="1"/>
            </a:lvl2pPr>
            <a:lvl3pPr marL="586770" indent="0">
              <a:buNone/>
              <a:defRPr sz="1155" b="1"/>
            </a:lvl3pPr>
            <a:lvl4pPr marL="880156" indent="0">
              <a:buNone/>
              <a:defRPr sz="1027" b="1"/>
            </a:lvl4pPr>
            <a:lvl5pPr marL="1173541" indent="0">
              <a:buNone/>
              <a:defRPr sz="1027" b="1"/>
            </a:lvl5pPr>
            <a:lvl6pPr marL="1466926" indent="0">
              <a:buNone/>
              <a:defRPr sz="1027" b="1"/>
            </a:lvl6pPr>
            <a:lvl7pPr marL="1760311" indent="0">
              <a:buNone/>
              <a:defRPr sz="1027" b="1"/>
            </a:lvl7pPr>
            <a:lvl8pPr marL="2053697" indent="0">
              <a:buNone/>
              <a:defRPr sz="1027" b="1"/>
            </a:lvl8pPr>
            <a:lvl9pPr marL="2347082" indent="0">
              <a:buNone/>
              <a:defRPr sz="10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149" y="4453467"/>
            <a:ext cx="248218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70372" y="2988734"/>
            <a:ext cx="2494409" cy="1464732"/>
          </a:xfrm>
        </p:spPr>
        <p:txBody>
          <a:bodyPr anchor="b"/>
          <a:lstStyle>
            <a:lvl1pPr marL="0" indent="0">
              <a:buNone/>
              <a:defRPr sz="1540" b="1"/>
            </a:lvl1pPr>
            <a:lvl2pPr marL="293385" indent="0">
              <a:buNone/>
              <a:defRPr sz="1283" b="1"/>
            </a:lvl2pPr>
            <a:lvl3pPr marL="586770" indent="0">
              <a:buNone/>
              <a:defRPr sz="1155" b="1"/>
            </a:lvl3pPr>
            <a:lvl4pPr marL="880156" indent="0">
              <a:buNone/>
              <a:defRPr sz="1027" b="1"/>
            </a:lvl4pPr>
            <a:lvl5pPr marL="1173541" indent="0">
              <a:buNone/>
              <a:defRPr sz="1027" b="1"/>
            </a:lvl5pPr>
            <a:lvl6pPr marL="1466926" indent="0">
              <a:buNone/>
              <a:defRPr sz="1027" b="1"/>
            </a:lvl6pPr>
            <a:lvl7pPr marL="1760311" indent="0">
              <a:buNone/>
              <a:defRPr sz="1027" b="1"/>
            </a:lvl7pPr>
            <a:lvl8pPr marL="2053697" indent="0">
              <a:buNone/>
              <a:defRPr sz="1027" b="1"/>
            </a:lvl8pPr>
            <a:lvl9pPr marL="2347082" indent="0">
              <a:buNone/>
              <a:defRPr sz="10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70372" y="4453467"/>
            <a:ext cx="2494409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801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993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681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48" y="812800"/>
            <a:ext cx="1892389" cy="2844800"/>
          </a:xfrm>
        </p:spPr>
        <p:txBody>
          <a:bodyPr anchor="b"/>
          <a:lstStyle>
            <a:lvl1pPr>
              <a:defRPr sz="20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4409" y="1755425"/>
            <a:ext cx="2970371" cy="8664222"/>
          </a:xfrm>
        </p:spPr>
        <p:txBody>
          <a:bodyPr/>
          <a:lstStyle>
            <a:lvl1pPr>
              <a:defRPr sz="2053"/>
            </a:lvl1pPr>
            <a:lvl2pPr>
              <a:defRPr sz="1797"/>
            </a:lvl2pPr>
            <a:lvl3pPr>
              <a:defRPr sz="1540"/>
            </a:lvl3pPr>
            <a:lvl4pPr>
              <a:defRPr sz="1283"/>
            </a:lvl4pPr>
            <a:lvl5pPr>
              <a:defRPr sz="1283"/>
            </a:lvl5pPr>
            <a:lvl6pPr>
              <a:defRPr sz="1283"/>
            </a:lvl6pPr>
            <a:lvl7pPr>
              <a:defRPr sz="1283"/>
            </a:lvl7pPr>
            <a:lvl8pPr>
              <a:defRPr sz="1283"/>
            </a:lvl8pPr>
            <a:lvl9pPr>
              <a:defRPr sz="12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148" y="3657600"/>
            <a:ext cx="1892389" cy="6776156"/>
          </a:xfrm>
        </p:spPr>
        <p:txBody>
          <a:bodyPr/>
          <a:lstStyle>
            <a:lvl1pPr marL="0" indent="0">
              <a:buNone/>
              <a:defRPr sz="1027"/>
            </a:lvl1pPr>
            <a:lvl2pPr marL="293385" indent="0">
              <a:buNone/>
              <a:defRPr sz="898"/>
            </a:lvl2pPr>
            <a:lvl3pPr marL="586770" indent="0">
              <a:buNone/>
              <a:defRPr sz="770"/>
            </a:lvl3pPr>
            <a:lvl4pPr marL="880156" indent="0">
              <a:buNone/>
              <a:defRPr sz="642"/>
            </a:lvl4pPr>
            <a:lvl5pPr marL="1173541" indent="0">
              <a:buNone/>
              <a:defRPr sz="642"/>
            </a:lvl5pPr>
            <a:lvl6pPr marL="1466926" indent="0">
              <a:buNone/>
              <a:defRPr sz="642"/>
            </a:lvl6pPr>
            <a:lvl7pPr marL="1760311" indent="0">
              <a:buNone/>
              <a:defRPr sz="642"/>
            </a:lvl7pPr>
            <a:lvl8pPr marL="2053697" indent="0">
              <a:buNone/>
              <a:defRPr sz="642"/>
            </a:lvl8pPr>
            <a:lvl9pPr marL="2347082" indent="0">
              <a:buNone/>
              <a:defRPr sz="64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912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48" y="812800"/>
            <a:ext cx="1892389" cy="2844800"/>
          </a:xfrm>
        </p:spPr>
        <p:txBody>
          <a:bodyPr anchor="b"/>
          <a:lstStyle>
            <a:lvl1pPr>
              <a:defRPr sz="20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94409" y="1755425"/>
            <a:ext cx="2970371" cy="8664222"/>
          </a:xfrm>
        </p:spPr>
        <p:txBody>
          <a:bodyPr anchor="t"/>
          <a:lstStyle>
            <a:lvl1pPr marL="0" indent="0">
              <a:buNone/>
              <a:defRPr sz="2053"/>
            </a:lvl1pPr>
            <a:lvl2pPr marL="293385" indent="0">
              <a:buNone/>
              <a:defRPr sz="1797"/>
            </a:lvl2pPr>
            <a:lvl3pPr marL="586770" indent="0">
              <a:buNone/>
              <a:defRPr sz="1540"/>
            </a:lvl3pPr>
            <a:lvl4pPr marL="880156" indent="0">
              <a:buNone/>
              <a:defRPr sz="1283"/>
            </a:lvl4pPr>
            <a:lvl5pPr marL="1173541" indent="0">
              <a:buNone/>
              <a:defRPr sz="1283"/>
            </a:lvl5pPr>
            <a:lvl6pPr marL="1466926" indent="0">
              <a:buNone/>
              <a:defRPr sz="1283"/>
            </a:lvl6pPr>
            <a:lvl7pPr marL="1760311" indent="0">
              <a:buNone/>
              <a:defRPr sz="1283"/>
            </a:lvl7pPr>
            <a:lvl8pPr marL="2053697" indent="0">
              <a:buNone/>
              <a:defRPr sz="1283"/>
            </a:lvl8pPr>
            <a:lvl9pPr marL="2347082" indent="0">
              <a:buNone/>
              <a:defRPr sz="128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148" y="3657600"/>
            <a:ext cx="1892389" cy="6776156"/>
          </a:xfrm>
        </p:spPr>
        <p:txBody>
          <a:bodyPr/>
          <a:lstStyle>
            <a:lvl1pPr marL="0" indent="0">
              <a:buNone/>
              <a:defRPr sz="1027"/>
            </a:lvl1pPr>
            <a:lvl2pPr marL="293385" indent="0">
              <a:buNone/>
              <a:defRPr sz="898"/>
            </a:lvl2pPr>
            <a:lvl3pPr marL="586770" indent="0">
              <a:buNone/>
              <a:defRPr sz="770"/>
            </a:lvl3pPr>
            <a:lvl4pPr marL="880156" indent="0">
              <a:buNone/>
              <a:defRPr sz="642"/>
            </a:lvl4pPr>
            <a:lvl5pPr marL="1173541" indent="0">
              <a:buNone/>
              <a:defRPr sz="642"/>
            </a:lvl5pPr>
            <a:lvl6pPr marL="1466926" indent="0">
              <a:buNone/>
              <a:defRPr sz="642"/>
            </a:lvl6pPr>
            <a:lvl7pPr marL="1760311" indent="0">
              <a:buNone/>
              <a:defRPr sz="642"/>
            </a:lvl7pPr>
            <a:lvl8pPr marL="2053697" indent="0">
              <a:buNone/>
              <a:defRPr sz="642"/>
            </a:lvl8pPr>
            <a:lvl9pPr marL="2347082" indent="0">
              <a:buNone/>
              <a:defRPr sz="64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784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003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98859" y="649111"/>
            <a:ext cx="1265158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3384" y="649111"/>
            <a:ext cx="3722132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785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384" y="649114"/>
            <a:ext cx="5060633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384" y="3245556"/>
            <a:ext cx="5060633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3384" y="11300181"/>
            <a:ext cx="132016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F148B-3798-4097-AFB7-E6E70FE773B0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576" y="11300181"/>
            <a:ext cx="198024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43851" y="11300181"/>
            <a:ext cx="132016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712A1-383C-4AB7-9C78-37D75979E7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698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86770" rtl="0" eaLnBrk="1" latinLnBrk="0" hangingPunct="1">
        <a:lnSpc>
          <a:spcPct val="90000"/>
        </a:lnSpc>
        <a:spcBef>
          <a:spcPct val="0"/>
        </a:spcBef>
        <a:buNone/>
        <a:defRPr sz="28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693" indent="-146693" algn="l" defTabSz="586770" rtl="0" eaLnBrk="1" latinLnBrk="0" hangingPunct="1">
        <a:lnSpc>
          <a:spcPct val="90000"/>
        </a:lnSpc>
        <a:spcBef>
          <a:spcPts val="642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40078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33463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3pPr>
      <a:lvl4pPr marL="1026848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4pPr>
      <a:lvl5pPr marL="1320234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5pPr>
      <a:lvl6pPr marL="1613619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6pPr>
      <a:lvl7pPr marL="1907004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7pPr>
      <a:lvl8pPr marL="2200389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8pPr>
      <a:lvl9pPr marL="2493775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1pPr>
      <a:lvl2pPr marL="293385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2pPr>
      <a:lvl3pPr marL="586770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880156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4pPr>
      <a:lvl5pPr marL="1173541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5pPr>
      <a:lvl6pPr marL="1466926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6pPr>
      <a:lvl7pPr marL="1760311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7pPr>
      <a:lvl8pPr marL="2053697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8pPr>
      <a:lvl9pPr marL="2347082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C2D86-0A56-0226-7B8A-B33C4337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68764-313A-3BAB-AC9E-4E17DAB0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9"/>
          <a:stretch>
            <a:fillRect/>
          </a:stretch>
        </p:blipFill>
        <p:spPr>
          <a:xfrm>
            <a:off x="0" y="0"/>
            <a:ext cx="58674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9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14622FF-3889-8821-7E75-37062648B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697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8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BEC2-2686-B8DB-FBEE-883E41DD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58352-9F13-37E6-72B4-2CC9F6D1A9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"/>
          <a:stretch>
            <a:fillRect/>
          </a:stretch>
        </p:blipFill>
        <p:spPr>
          <a:xfrm>
            <a:off x="0" y="1"/>
            <a:ext cx="58674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26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545E-5B5D-74A9-4EE2-78AEA1D9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E0356-5CC4-24AB-B57B-20C48E833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5731"/>
            <a:ext cx="5867400" cy="1220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47F71-4EA5-979D-18FE-7491B3DE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94289-DB8B-D2C7-5AB8-BA2B0C7F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5962"/>
            <a:ext cx="5867400" cy="122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7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B6C9-B78E-A060-6715-51BEC523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9F9A9-492C-D5EE-7D22-1FB7A3113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5731"/>
            <a:ext cx="5867400" cy="1220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8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DDF6B-BF8A-B549-0EF9-16FF065B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83A878-5EF1-A8C2-49F9-784C64A64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6001"/>
            <a:ext cx="5867400" cy="1222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3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9592-474C-4049-162E-0C9B00B3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5A3004-BE19-7825-3DD3-BE2C1B8D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6" y="0"/>
            <a:ext cx="5875866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BD35-F26B-183D-00B5-D4B9FC0A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AEDDEB-1001-67F5-6A8B-8788F158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8" r="-878"/>
          <a:stretch>
            <a:fillRect/>
          </a:stretch>
        </p:blipFill>
        <p:spPr>
          <a:xfrm>
            <a:off x="0" y="0"/>
            <a:ext cx="5919366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00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EB0C-42FE-D21F-A7E0-430AB57A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E1797-E9E7-F5A0-79B2-268DEEE5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7400" cy="11667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EA8102-B32C-505A-12DD-195947563D1C}"/>
              </a:ext>
            </a:extLst>
          </p:cNvPr>
          <p:cNvSpPr/>
          <p:nvPr/>
        </p:nvSpPr>
        <p:spPr>
          <a:xfrm>
            <a:off x="0" y="9037320"/>
            <a:ext cx="5867400" cy="3154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5320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1252-CA82-5CD4-278B-6DADBE3E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9AAB7-4DA7-522A-7CA3-9E9F6D2A9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7400" cy="11667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2FEDB6-3AEA-FEA8-03F0-6B7B87F9144A}"/>
              </a:ext>
            </a:extLst>
          </p:cNvPr>
          <p:cNvSpPr/>
          <p:nvPr/>
        </p:nvSpPr>
        <p:spPr>
          <a:xfrm>
            <a:off x="0" y="9037320"/>
            <a:ext cx="5867400" cy="3154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548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6A56-3379-519E-33FA-78B94F38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7A850-DEB9-AC2C-71EB-1C090DBE9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7400" cy="1218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86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B4D62-AEE1-921C-BB85-333B69F4E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041D2B-952D-7316-1EB7-CE9208B7F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7400" cy="1218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16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F780D-F8B7-EBB3-F3D8-18D670D0D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3A87FC-5F80-6468-EEC9-388A0847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0377"/>
            <a:ext cx="5867400" cy="1221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64F6-4A25-E09C-E425-FC6610D2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4B29F-AAF4-F0AB-C53B-251448967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777"/>
            <a:ext cx="5867400" cy="1225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31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402F-8A8A-D246-C888-7C58FCD0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EC3825-1B36-535E-2C16-9A32FDD7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"/>
          <a:stretch>
            <a:fillRect/>
          </a:stretch>
        </p:blipFill>
        <p:spPr>
          <a:xfrm>
            <a:off x="0" y="1"/>
            <a:ext cx="58674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01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B27C-2853-4603-0E07-71D8AF80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2C69B-5121-C670-4B8D-1CB92DF69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7434"/>
            <a:ext cx="5867400" cy="1222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Woon Wei Pong</dc:creator>
  <cp:lastModifiedBy>Woon Wei Pong</cp:lastModifiedBy>
  <cp:revision>2</cp:revision>
  <dcterms:created xsi:type="dcterms:W3CDTF">2026-04-07T17:38:09Z</dcterms:created>
  <dcterms:modified xsi:type="dcterms:W3CDTF">2026-04-07T17:58:22Z</dcterms:modified>
</cp:coreProperties>
</file>